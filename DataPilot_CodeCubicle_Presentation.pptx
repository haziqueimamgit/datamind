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097280"/>
            <a:ext cx="9418320" cy="466344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03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6B6D4"/>
                </a:solidFill>
              </a:defRPr>
            </a:pPr>
            <a:r>
              <a:t>CODE CUBICLE 6.0 HACKATHON · PROBLEM STATEMENT 01</a:t>
            </a:r>
          </a:p>
          <a:p>
            <a:pPr>
              <a:defRPr sz="4400" b="1">
                <a:solidFill>
                  <a:srgbClr val="F8FAFC"/>
                </a:solidFill>
              </a:defRPr>
            </a:pPr>
            <a:r>
              <a:t>DataPilot</a:t>
            </a:r>
          </a:p>
          <a:p>
            <a:pPr>
              <a:spcAft>
                <a:spcPts val="1800"/>
              </a:spcAft>
              <a:defRPr sz="2200">
                <a:solidFill>
                  <a:srgbClr val="6366F1"/>
                </a:solidFill>
              </a:defRPr>
            </a:pPr>
            <a:r>
              <a:t>AI-Powered Data Intelligence Platform</a:t>
            </a:r>
          </a:p>
          <a:p>
            <a:pPr>
              <a:spcAft>
                <a:spcPts val="2600"/>
              </a:spcAft>
              <a:defRPr sz="1300">
                <a:solidFill>
                  <a:srgbClr val="CBD5E1"/>
                </a:solidFill>
              </a:defRPr>
            </a:pPr>
            <a:r>
              <a:t>Autonomous Prompt-to-Dataset Pipeline · Ingress from Permitted Sources · AI Workflow Planning · Real-Time Cleaning, Deduplication &amp; Source Lineage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Author: Hazique Imam  |  GitHub: github.com/haziqueimamgit/DataMind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Challenge: Manual &amp; Fragmented Data Ingress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329184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1. The Business Bottleneck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Organizations constantly need specialized data: live tech jobs, sales leads, sponsor calls, and market metrics.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Engineers build custom, ad-hoc scrapers for each new request.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High maintenance cost when schemas change or targets update.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Non-technical teams face friction and multi-day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32918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3736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2. Data Quality &amp; Trust Deficit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Raw collected data is plagued with duplicates and missing values.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No standardized validation or schema enforcement.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Missing provenance: impossible to audit where a specific data point originated.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Lack of source compliance (robots.txt, rate limits, permitted terms).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3736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3. The DataPilot Objective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Zero-code natural language interface: type what you need in plain English.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AI dynamically designs the collection &amp; cleaning workflow.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Multi-source ingress strictly from permitted, public endpoints.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End-to-end provenance: every row is source-traceable and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Architecture: End-to-End Intelligence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Modern Full-Stack Architecture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Frontend: React 19 + TypeScript + Vite + Tailwind CSS v4.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Data State Management: TanStack React Query with auto-invalidation.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Backend Engine: FastAPI 0.115 (Python 3.12) async microservices.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Data Processing: Pandas 2.2 for vectorize cleaning and statistical imputation.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Persistence &amp; Audit: SQLAlchemy 2.0 ORM with local zero-config SQLite store.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Data Visualization: Recharts dynamic distribution charting.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6-Stage Pipeline Execution Flow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Stage 1: Intent Understanding (AI parses domain, limit, columns &amp; constraints).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Stage 2: Permitted Ingress (connects to live API or synthetic source).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Stage 3: Data Cleaning (type-aware median/standard imputation).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Stage 4: Validation (schema enforcement &amp; anomaly flagging).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Stage 5: Deduplication (cryptographic row entity hash pruning).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Stage 6: Persistence &amp; Lineage (dataset metadata, schema &amp; CSV/JSON export).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AI Intent Understanding &amp; Dynamic Planner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Dual-Mode Requirement Parser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High-Accuracy Rule-Based NLP: Zero API key dependency, instant offline execution, extracts entities and constraints.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LLM Mode (OpenAI / Gemini): Structured JSON schema extraction for ambiguous and conversational user requests.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Domain Classifier: Detects jobs, financial market, leads, sponsors, sales, customers, products, and HR entities.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Auto Connector Resolution: Dynamically assigns the optimal data source without manual user configuration.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Dynamic AI Workflow Planner (POST /plan)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Generates a multi-stage execution plan before running.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Allows users to inspect estimated record counts, target domain, and planned operations.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Displays planned stages: Intent → Ingress → Imputation → Validation → Deduplication → Scoring → Persistence.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Gives users complete transparency into AI reasoning prior to pipeline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Multi-Source Ingress: 4 Permitted Connectors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468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24688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Live Job Openings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Connector: 'jobs'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Sources: Arbeitnow &amp; RemoteOK Open APIs.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Ingress: Real tech roles, salaries, required tech stacks, locations.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100% permitted public access with offline fallback.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2468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554480"/>
            <a:ext cx="246888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73736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Market Intelligence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Connector: 'crypto_market'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Source: CoinGecko Public API.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Ingress: Live valuations, 24h trading volumes, market caps, price changes.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Direct verified verification URLs.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468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246888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3736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Tech Leads &amp; Sponsors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Connector: 'hn_leads'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Source: Hacker News Official API.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Ingress: Startup hiring leads, founder partnerships, sponsor threads.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Direct discussion thread traceability.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54480"/>
            <a:ext cx="2468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61120" y="1554480"/>
            <a:ext cx="2468880" cy="7315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20" y="173736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Synthetic Demo Engine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Connector: 'demo'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Engine: Faker 30.1.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Covers 7 domains: Sales, Customers, Products, Employees, Jobs, Market, Leads.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Seeded with anomalies to test pipeline cleaning.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Data Quality, Imputation &amp; Hygiene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Data Cleaning &amp; Hygiene Pipeline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Missing Value Imputation: Numeric fields imputed using column median (robust to outliers); strings standardized.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Full-Hash Deduplication: Prunes identical entity records to eliminate multi-source overlap.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Type &amp; Schema Enforcement: Validates data types, lengths, and nullability constraints.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Audit Event Log: Every operation logs exact records modified with microsecond timestamps.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Composite Quality Score Formula (0-100)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Completeness Index: Proportion of non-null fields post-cleaning (0-100%).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Uniqueness Index: Ratio of distinct unique entity records (0-100%).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Validity Index: Conformity to inferred schema &amp; character length bounds.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Weighted Quality Index: Penalizes null repairs (-30 max), duplicate removals (-20 max), and schema issues (-10 max).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System-wide analytics displayed via interactive Recharts bar graphs.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Source Traceability &amp; Lineage Guarantee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Row-Level Lineage Metadata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_source_url: Direct clickable link to the originating posting or entity.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_collected_at: ISO 8601 UTC timestamp of ingress.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_connector: Identity of the connector responsible for retrieval.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_source_domain: Originating domain (e.g. arbeitnow.com, coingecko.com).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Auditable Lineage: Every row in the interactive table is clickable to its 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Governance &amp; Permitted Data Compliance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Synthetic Data Transparency: All demo records explicitly tagged with 🧪 Demo label.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Permitted Source Badging: Live API datasets stamped with 🌐 Permitted Source badge.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Compliance Audit: Strict respect for robots.txt, public rate limits, and API headers.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Provenance Tab: Displays triggering user prompt, workflow ID, and licensing notice.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Interactive User Interface &amp; Tooling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329184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1. Command Center &amp; Studio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Executive Dashboard: Real-time KPIs, active connectors, quality index, and quick prompt bar.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New Task Studio: Natural language requirement editor, preset template chips, and live AI plan preview.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Dark Modern UI: Tailored dark theme using Tailwind CSS v4.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32918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3736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2. Workflow Management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Full Audit History: Step-by-step pipeline log with success/warning/error badges.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Task Management: Filter by status (Completed, Running, Failed), search by prompt.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Re-Run &amp; Delete: One-click pipeline re-execution and dataset cleanup.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3736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3. Interactive Data Explorer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Data Grid: Live search across all columns, header sorting, and pagination.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Quality Tab: Completeness, uniqueness, and validity breakdown bars.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Lineage Tab: Provenance, original prompt, and source URLs.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Schema Inspector: Column types, unique counts, sample values.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Multi-Format Export &amp; Downstream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RFC-Compliant Data Export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CSV Streaming Export: Direct download via GET /api/datasets/{id}/export.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Formatted JSON Export: Formatted payload via GET /api/datasets/{id}/export/json.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Latin-1 Header Sanitization: Enforces ASCII compliance on HTTP Content-Disposition.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Downstream Ready: Import directly into Pandas, Excel, Tableau, or PowerBI.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Enterprise Extensibility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Pluggable Connectors: Create new connectors in ~25 lines of Python using BaseConnector.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Auto-Discovery: Submodules decorated with @register_connector are instantly live.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No Frontend Changes: New connectors immediately populate dropdowns and API docs.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Modular Storage: Swap SQLite for PostgreSQL / Snowflake with zero code changes.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Hackathon Deliverables: 100% Problem Statement 01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6984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Verified Alignment Matrix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Understand requirements from NL prompts  ──►  Rule-based NLP + OpenAI intent parser with domain &amp; entity extraction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Dynamically design and execute workflows ──►  POST /api/workflows/plan + 6-stage pipeline execution engine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Collect information from permitted sources  ──►  4 connectors: Arbeitnow Jobs, CoinGecko Crypto, Hacker News, Faker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Clean, structure, validate, deduplicate    ──►  Median/standard null fill, full-hash dedup, type validation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Provide source-backed, traceable data    ──►  _source_url, _collected_at, _connector stamps + Provenance audit tab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Monitor and manage collection tasks      ──►  Workflows dashboard, step execution logs, rerun &amp; delete controls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Present results through interactive UI   ──►  Searchable/sortable data grid, quality health charts, schema inspector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Maintain workflow &amp; dataset history      ──►  Persistent SQLite database with SQLAlchemy 2.0 ORM models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Search, filter, and export collected data ──►  Live substring search, ascending/descending sorting, CSV &amp; JSON download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CODE CUBICLE 6.0 ·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Summary &amp; Project Repository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Project Impact &amp; Innovation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Democratizes data intelligence: Non-technical users can generate validated datasets in seconds.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Eliminates scraper fatigue: Unified connector registry handles ingress dynamically.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Guarantees quality: Every dataset is audited, scored, and verifiable.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Production-ready: Fast, type-safe stack with zero build or runtime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</a:defRPr>
            </a:pPr>
            <a:r>
              <a:t>Submission Links &amp; Verification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GitHub Repository: github.com/haziqueimamgit/DataMind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Branch: main (all files pushed and up-to-date)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Backend: FastAPI (http://localhost:8000)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Frontend: React 19 + TypeScript (http://localhost:5173)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Documentation: Comprehensive README.md with architecture &amp; walkthrough</a:t>
            </a:r>
          </a:p>
          <a:p>
            <a:pPr>
              <a:spcAft>
                <a:spcPts val="600"/>
              </a:spcAft>
              <a:defRPr sz="1150">
                <a:solidFill>
                  <a:srgbClr val="CBD5E1"/>
                </a:solidFill>
              </a:defRPr>
            </a:pPr>
            <a:r>
              <a:t>•  Author: Hazique Imam  |  Code Cubicle 6.0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